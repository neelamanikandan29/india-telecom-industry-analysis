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3BF22-D8C8-64CF-1D8D-A6B8F84A6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709" y="993058"/>
            <a:ext cx="8229600" cy="2585884"/>
          </a:xfrm>
        </p:spPr>
        <p:txBody>
          <a:bodyPr>
            <a:normAutofit/>
          </a:bodyPr>
          <a:lstStyle/>
          <a:p>
            <a:r>
              <a:rPr lang="en-US" b="1" dirty="0"/>
              <a:t>INDIA TELECOM PERFORMANCE &amp; GROWTH ANALYTICS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0405A-27AC-75DC-6E89-D7FDE739F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026" y="4237703"/>
            <a:ext cx="8229600" cy="11430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By Neelamanikandan G</a:t>
            </a:r>
          </a:p>
        </p:txBody>
      </p:sp>
    </p:spTree>
    <p:extLst>
      <p:ext uri="{BB962C8B-B14F-4D97-AF65-F5344CB8AC3E}">
        <p14:creationId xmlns:p14="http://schemas.microsoft.com/office/powerpoint/2010/main" val="1840989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INDIA TELECOM PERFORMANCE &amp; GROWTH ANALYTICS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The dataset used in this project is a calibrated synthetic dataset (6000 rows) inspired by industry sources such as TRAI, IMARC, and Mordor Intelligence.</a:t>
            </a:r>
            <a:endParaRPr dirty="0"/>
          </a:p>
          <a:p>
            <a:r>
              <a:rPr dirty="0"/>
              <a:t>Insights: Revenue, Subscribers, Network, Regions</a:t>
            </a:r>
            <a:r>
              <a:rPr lang="en-US" dirty="0"/>
              <a:t>, ISP provider, Frequency Bandwidth, </a:t>
            </a:r>
            <a:r>
              <a:rPr lang="en-US" dirty="0" err="1"/>
              <a:t>WiFi</a:t>
            </a:r>
            <a:r>
              <a:rPr lang="en-US" dirty="0"/>
              <a:t> standards.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Monitor revenue growth</a:t>
            </a:r>
          </a:p>
          <a:p>
            <a:r>
              <a:rPr dirty="0"/>
              <a:t>Analyze subscriber trends</a:t>
            </a:r>
          </a:p>
          <a:p>
            <a:r>
              <a:rPr dirty="0"/>
              <a:t>Evaluate network performance</a:t>
            </a:r>
          </a:p>
          <a:p>
            <a:r>
              <a:rPr dirty="0"/>
              <a:t>Identify regional opportunities</a:t>
            </a:r>
          </a:p>
          <a:p>
            <a:r>
              <a:rPr dirty="0"/>
              <a:t>Improve decision-making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 cleaning</a:t>
            </a:r>
          </a:p>
          <a:p>
            <a:r>
              <a:rPr dirty="0"/>
              <a:t>Data transformation</a:t>
            </a:r>
          </a:p>
          <a:p>
            <a:r>
              <a:rPr dirty="0"/>
              <a:t>Dashboard creation</a:t>
            </a:r>
            <a:r>
              <a:rPr lang="en-US" dirty="0"/>
              <a:t> in </a:t>
            </a:r>
            <a:r>
              <a:rPr lang="en-US" dirty="0" err="1"/>
              <a:t>PowerBi</a:t>
            </a:r>
            <a:endParaRPr dirty="0"/>
          </a:p>
          <a:p>
            <a:r>
              <a:rPr dirty="0"/>
              <a:t>Generate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Source: TRAI / IMARC / Mordor Intelligence</a:t>
            </a:r>
          </a:p>
          <a:p>
            <a:r>
              <a:t>Rows: 6000</a:t>
            </a:r>
          </a:p>
          <a:p>
            <a:r>
              <a:t>Fields: Operator, Revenue, Subscribers, Region, Network, Signal Strength, Satisfaction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CLEANING (EXCEL)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Removed duplicates</a:t>
            </a:r>
          </a:p>
          <a:p>
            <a:r>
              <a:t>Handled missing values</a:t>
            </a:r>
          </a:p>
          <a:p>
            <a:r>
              <a:t>Standardized formats</a:t>
            </a:r>
          </a:p>
          <a:p>
            <a:r>
              <a:t>Cleaned text</a:t>
            </a:r>
          </a:p>
          <a:p>
            <a:r>
              <a:t>Created calculated columns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DATA TRANSFORMATION (POWER BI)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 type conversion</a:t>
            </a:r>
          </a:p>
          <a:p>
            <a:r>
              <a:rPr dirty="0"/>
              <a:t>Column transformations</a:t>
            </a:r>
          </a:p>
          <a:p>
            <a:r>
              <a:rPr dirty="0"/>
              <a:t>Filtering</a:t>
            </a:r>
            <a:endParaRPr lang="en-US" dirty="0"/>
          </a:p>
          <a:p>
            <a:r>
              <a:rPr lang="en-US" dirty="0"/>
              <a:t>Measures</a:t>
            </a:r>
            <a:endParaRPr dirty="0"/>
          </a:p>
          <a:p>
            <a:r>
              <a:rPr dirty="0"/>
              <a:t>Derived columns</a:t>
            </a:r>
          </a:p>
          <a:p>
            <a:r>
              <a:rPr dirty="0"/>
              <a:t>Data modeling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Advanced Excel – Data Cleaning  </a:t>
            </a:r>
          </a:p>
          <a:p>
            <a:r>
              <a:rPr lang="en-US" dirty="0"/>
              <a:t>Microsoft Power BI – Dashboard Creation &amp; Visualization </a:t>
            </a:r>
          </a:p>
          <a:p>
            <a:r>
              <a:rPr lang="en-US" dirty="0"/>
              <a:t>Power Query Editor (ETL) – Data Transformation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Revenue Analysis</a:t>
            </a:r>
          </a:p>
          <a:p>
            <a:r>
              <a:rPr dirty="0"/>
              <a:t>Regional Insights</a:t>
            </a:r>
          </a:p>
          <a:p>
            <a:r>
              <a:rPr dirty="0"/>
              <a:t>Signal Strength</a:t>
            </a:r>
          </a:p>
          <a:p>
            <a:r>
              <a:rPr dirty="0"/>
              <a:t>Subscriber Trends</a:t>
            </a:r>
            <a:endParaRPr lang="en-US" dirty="0"/>
          </a:p>
          <a:p>
            <a:r>
              <a:rPr lang="en-US" dirty="0"/>
              <a:t>Performance Analysis</a:t>
            </a:r>
            <a:endParaRPr dirty="0"/>
          </a:p>
          <a:p>
            <a:r>
              <a:rPr dirty="0"/>
              <a:t>KPI Metrics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Helps telecom companies understand market trends </a:t>
            </a:r>
          </a:p>
          <a:p>
            <a:r>
              <a:rPr lang="en-US" dirty="0"/>
              <a:t>Enables performance benchmarking across regions </a:t>
            </a:r>
          </a:p>
          <a:p>
            <a:r>
              <a:rPr lang="en-US" dirty="0"/>
              <a:t>Supports strategic decision-making </a:t>
            </a:r>
          </a:p>
          <a:p>
            <a:r>
              <a:rPr lang="en-US" dirty="0"/>
              <a:t> Demonstrates real-world data analytics workflow </a:t>
            </a:r>
          </a:p>
          <a:p>
            <a:r>
              <a:rPr lang="en-US" dirty="0"/>
              <a:t> Showcases ETL + Visualization skills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This project demonstrates an end-to-end data analytics workflow—from raw data cleaning in Excel to advanced visualization in Power delivering meaningful insights into India's telecom industry performance and growth.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253</Words>
  <Application>Microsoft Office PowerPoint</Application>
  <PresentationFormat>On-screen Show (4:3)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INDIA TELECOM PERFORMANCE &amp; GROWTH ANALYTICS </vt:lpstr>
      <vt:lpstr>INDIA TELECOM PERFORMANCE &amp; GROWTH ANALYTICS DASHBOARD</vt:lpstr>
      <vt:lpstr>PROBLEM STATEMENT</vt:lpstr>
      <vt:lpstr>PROJECT OBJECTIVE</vt:lpstr>
      <vt:lpstr>DATASET INFORMATION</vt:lpstr>
      <vt:lpstr>DATA CLEANING (EXCEL)</vt:lpstr>
      <vt:lpstr>DATA TRANSFORMATION (POWER BI)</vt:lpstr>
      <vt:lpstr>TOOLS USED</vt:lpstr>
      <vt:lpstr>DASHBOARD FEATURES</vt:lpstr>
      <vt:lpstr>IMPORTANCE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Neelamanikandan G</cp:lastModifiedBy>
  <cp:revision>3</cp:revision>
  <dcterms:created xsi:type="dcterms:W3CDTF">2013-01-27T09:14:16Z</dcterms:created>
  <dcterms:modified xsi:type="dcterms:W3CDTF">2026-04-28T06:28:49Z</dcterms:modified>
  <cp:category/>
</cp:coreProperties>
</file>